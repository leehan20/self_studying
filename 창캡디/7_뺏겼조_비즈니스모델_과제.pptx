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8" r:id="rId2"/>
  </p:sldIdLst>
  <p:sldSz cx="9906000" cy="6858000" type="A4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117">
          <p15:clr>
            <a:srgbClr val="A4A3A4"/>
          </p15:clr>
        </p15:guide>
        <p15:guide id="2" pos="27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8oHSO2iS1A9TM6xAnwLP2XVcK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E3684D-D38A-4798-8E9F-6F596192E997}">
  <a:tblStyle styleId="{6AE3684D-D38A-4798-8E9F-6F596192E9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C89DC7F-EC81-4F0F-A352-1CC515E66AB4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0F4"/>
          </a:solidFill>
        </a:fill>
      </a:tcStyle>
    </a:wholeTbl>
    <a:band1H>
      <a:tcTxStyle/>
      <a:tcStyle>
        <a:tcBdr/>
        <a:fill>
          <a:solidFill>
            <a:srgbClr val="CCDFE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DFE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1"/>
  </p:normalViewPr>
  <p:slideViewPr>
    <p:cSldViewPr snapToGrid="0">
      <p:cViewPr varScale="1">
        <p:scale>
          <a:sx n="101" d="100"/>
          <a:sy n="101" d="100"/>
        </p:scale>
        <p:origin x="1624" y="200"/>
      </p:cViewPr>
      <p:guideLst>
        <p:guide orient="horz" pos="1117"/>
        <p:guide pos="2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customschemas.google.com/relationships/presentationmetadata" Target="metadata"/><Relationship Id="rId3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9" Type="http://schemas.openxmlformats.org/officeDocument/2006/relationships/presProps" Target="presProps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1"/>
            <a:ext cx="2946145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6" tIns="46138" rIns="92276" bIns="46138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911" y="1"/>
            <a:ext cx="2946144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6" tIns="46138" rIns="92276" bIns="46138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1200" y="744538"/>
            <a:ext cx="537686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254" y="4715154"/>
            <a:ext cx="5437168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6" tIns="46138" rIns="92276" bIns="46138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9428717"/>
            <a:ext cx="2946145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6" tIns="46138" rIns="92276" bIns="46138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911" y="9428717"/>
            <a:ext cx="2946144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6" tIns="46138" rIns="92276" bIns="46138" anchor="b" anchorCtr="0">
            <a:noAutofit/>
          </a:bodyPr>
          <a:lstStyle/>
          <a:p>
            <a:pPr algn="r"/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pPr algn="r"/>
              <a:t>‹#›</a:t>
            </a:fld>
            <a:endParaRPr lang="en-US"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CC4FB3-9939-466D-9B2B-F37DB2C092A9}" type="slidenum">
              <a:rPr lang="ko-KR" altLang="en-US" smtClean="0"/>
              <a:pPr>
                <a:defRPr/>
              </a:pPr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512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/>
          <p:nvPr/>
        </p:nvSpPr>
        <p:spPr>
          <a:xfrm>
            <a:off x="1599407" y="1412875"/>
            <a:ext cx="6629797" cy="460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1598627" y="720080"/>
            <a:ext cx="6630737" cy="692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1598627" y="1772815"/>
            <a:ext cx="6630737" cy="428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21195" algn="l">
              <a:spcBef>
                <a:spcPts val="607"/>
              </a:spcBef>
              <a:spcAft>
                <a:spcPts val="0"/>
              </a:spcAft>
              <a:buClr>
                <a:schemeClr val="dk1"/>
              </a:buClr>
              <a:buSzPts val="3033"/>
              <a:buFont typeface="Malgun Gothic"/>
              <a:buAutoNum type="arabicPeriod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7401272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&lt;</a:t>
            </a:r>
            <a:fld id="{00000000-1234-1234-1234-123412341234}" type="slidenum">
              <a:rPr lang="ko-KR"/>
              <a:t>‹#›</a:t>
            </a:fld>
            <a:r>
              <a:rPr lang="ko-KR"/>
              <a:t>&gt;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333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33"/>
              </a:spcBef>
              <a:spcAft>
                <a:spcPts val="0"/>
              </a:spcAft>
              <a:buClr>
                <a:srgbClr val="888888"/>
              </a:buClr>
              <a:buSzPts val="2167"/>
              <a:buNone/>
              <a:defRPr sz="2167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90"/>
              </a:spcBef>
              <a:spcAft>
                <a:spcPts val="0"/>
              </a:spcAft>
              <a:buClr>
                <a:srgbClr val="888888"/>
              </a:buClr>
              <a:buSzPts val="1950"/>
              <a:buNone/>
              <a:defRPr sz="19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47"/>
              </a:spcBef>
              <a:spcAft>
                <a:spcPts val="0"/>
              </a:spcAft>
              <a:buClr>
                <a:srgbClr val="888888"/>
              </a:buClr>
              <a:buSzPts val="1733"/>
              <a:buNone/>
              <a:defRPr sz="1733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03"/>
              </a:spcBef>
              <a:spcAft>
                <a:spcPts val="0"/>
              </a:spcAft>
              <a:buClr>
                <a:srgbClr val="888888"/>
              </a:buClr>
              <a:buSzPts val="1517"/>
              <a:buNone/>
              <a:defRPr sz="1517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03"/>
              </a:spcBef>
              <a:spcAft>
                <a:spcPts val="0"/>
              </a:spcAft>
              <a:buClr>
                <a:srgbClr val="888888"/>
              </a:buClr>
              <a:buSzPts val="1517"/>
              <a:buNone/>
              <a:defRPr sz="1517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03"/>
              </a:spcBef>
              <a:spcAft>
                <a:spcPts val="0"/>
              </a:spcAft>
              <a:buClr>
                <a:srgbClr val="888888"/>
              </a:buClr>
              <a:buSzPts val="1517"/>
              <a:buNone/>
              <a:defRPr sz="1517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303"/>
              </a:spcBef>
              <a:spcAft>
                <a:spcPts val="0"/>
              </a:spcAft>
              <a:buClr>
                <a:srgbClr val="888888"/>
              </a:buClr>
              <a:buSzPts val="1517"/>
              <a:buNone/>
              <a:defRPr sz="1517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303"/>
              </a:spcBef>
              <a:spcAft>
                <a:spcPts val="0"/>
              </a:spcAft>
              <a:buClr>
                <a:srgbClr val="888888"/>
              </a:buClr>
              <a:buSzPts val="1517"/>
              <a:buNone/>
              <a:defRPr sz="1517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303"/>
              </a:spcBef>
              <a:spcAft>
                <a:spcPts val="0"/>
              </a:spcAft>
              <a:buClr>
                <a:srgbClr val="888888"/>
              </a:buClr>
              <a:buSzPts val="1517"/>
              <a:buNone/>
              <a:defRPr sz="151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>
  <p:cSld name="콘텐츠 2개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/>
          <p:nvPr/>
        </p:nvSpPr>
        <p:spPr>
          <a:xfrm rot="10800000" flipH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495300" y="44450"/>
            <a:ext cx="891540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1pPr>
            <a:lvl2pPr marL="914400" lvl="1" indent="-366204" algn="l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Char char="–"/>
              <a:defRPr sz="2167"/>
            </a:lvl2pPr>
            <a:lvl3pPr marL="1371600" lvl="2" indent="-352425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  <a:defRPr sz="1950"/>
            </a:lvl3pPr>
            <a:lvl4pPr marL="1828800" lvl="3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–"/>
              <a:defRPr sz="1733"/>
            </a:lvl4pPr>
            <a:lvl5pPr marL="2286000" lvl="4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»"/>
              <a:defRPr sz="1733"/>
            </a:lvl5pPr>
            <a:lvl6pPr marL="2743200" lvl="5" indent="-352425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  <a:defRPr sz="1950"/>
            </a:lvl6pPr>
            <a:lvl7pPr marL="3200400" lvl="6" indent="-352425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  <a:defRPr sz="1950"/>
            </a:lvl7pPr>
            <a:lvl8pPr marL="3657600" lvl="7" indent="-352425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  <a:defRPr sz="1950"/>
            </a:lvl8pPr>
            <a:lvl9pPr marL="4114800" lvl="8" indent="-352425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  <a:defRPr sz="195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1pPr>
            <a:lvl2pPr marL="914400" lvl="1" indent="-366204" algn="l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Char char="–"/>
              <a:defRPr sz="2167"/>
            </a:lvl2pPr>
            <a:lvl3pPr marL="1371600" lvl="2" indent="-352425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  <a:defRPr sz="1950"/>
            </a:lvl3pPr>
            <a:lvl4pPr marL="1828800" lvl="3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–"/>
              <a:defRPr sz="1733"/>
            </a:lvl4pPr>
            <a:lvl5pPr marL="2286000" lvl="4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»"/>
              <a:defRPr sz="1733"/>
            </a:lvl5pPr>
            <a:lvl6pPr marL="2743200" lvl="5" indent="-352425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  <a:defRPr sz="1950"/>
            </a:lvl6pPr>
            <a:lvl7pPr marL="3200400" lvl="6" indent="-352425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  <a:defRPr sz="1950"/>
            </a:lvl7pPr>
            <a:lvl8pPr marL="3657600" lvl="7" indent="-352425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  <a:defRPr sz="1950"/>
            </a:lvl8pPr>
            <a:lvl9pPr marL="4114800" lvl="8" indent="-352425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  <a:defRPr sz="1950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3"/>
          </p:nvPr>
        </p:nvSpPr>
        <p:spPr>
          <a:xfrm>
            <a:off x="497291" y="764704"/>
            <a:ext cx="8913410" cy="792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None/>
              <a:defRPr sz="2167" b="1"/>
            </a:lvl1pPr>
            <a:lvl2pPr marL="914400" lvl="1" indent="-352425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Char char="–"/>
              <a:defRPr sz="1950"/>
            </a:lvl2pPr>
            <a:lvl3pPr marL="1371600" lvl="2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•"/>
              <a:defRPr sz="1733"/>
            </a:lvl3pPr>
            <a:lvl4pPr marL="1828800" lvl="3" indent="-324929" algn="l">
              <a:spcBef>
                <a:spcPts val="303"/>
              </a:spcBef>
              <a:spcAft>
                <a:spcPts val="0"/>
              </a:spcAft>
              <a:buClr>
                <a:schemeClr val="dk1"/>
              </a:buClr>
              <a:buSzPts val="1517"/>
              <a:buChar char="–"/>
              <a:defRPr sz="1517"/>
            </a:lvl4pPr>
            <a:lvl5pPr marL="2286000" lvl="4" indent="-324929" algn="l">
              <a:spcBef>
                <a:spcPts val="303"/>
              </a:spcBef>
              <a:spcAft>
                <a:spcPts val="0"/>
              </a:spcAft>
              <a:buClr>
                <a:schemeClr val="dk1"/>
              </a:buClr>
              <a:buSzPts val="1517"/>
              <a:buChar char="»"/>
              <a:defRPr sz="1517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2"/>
          <p:cNvCxnSpPr/>
          <p:nvPr/>
        </p:nvCxnSpPr>
        <p:spPr>
          <a:xfrm>
            <a:off x="5030391" y="1773238"/>
            <a:ext cx="4368271" cy="0"/>
          </a:xfrm>
          <a:prstGeom prst="straightConnector1">
            <a:avLst/>
          </a:prstGeom>
          <a:noFill/>
          <a:ln w="9525" cap="flat" cmpd="sng">
            <a:solidFill>
              <a:srgbClr val="27A0B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" name="Google Shape;53;p12"/>
          <p:cNvCxnSpPr/>
          <p:nvPr/>
        </p:nvCxnSpPr>
        <p:spPr>
          <a:xfrm>
            <a:off x="507339" y="1773238"/>
            <a:ext cx="4368271" cy="0"/>
          </a:xfrm>
          <a:prstGeom prst="straightConnector1">
            <a:avLst/>
          </a:prstGeom>
          <a:noFill/>
          <a:ln w="9525" cap="flat" cmpd="sng">
            <a:solidFill>
              <a:srgbClr val="27A0B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12"/>
          <p:cNvSpPr/>
          <p:nvPr/>
        </p:nvSpPr>
        <p:spPr>
          <a:xfrm rot="10800000" flipH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495300" y="44450"/>
            <a:ext cx="891540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95300" y="980728"/>
            <a:ext cx="4376870" cy="783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/>
            </a:lvl1pPr>
            <a:lvl2pPr marL="914400" lvl="1" indent="-228600" algn="l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None/>
              <a:defRPr sz="2167" b="1"/>
            </a:lvl2pPr>
            <a:lvl3pPr marL="1371600" lvl="2" indent="-228600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 sz="1950" b="1"/>
            </a:lvl3pPr>
            <a:lvl4pPr marL="1828800" lvl="3" indent="-228600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None/>
              <a:defRPr sz="1733" b="1"/>
            </a:lvl4pPr>
            <a:lvl5pPr marL="2286000" lvl="4" indent="-228600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None/>
              <a:defRPr sz="1733" b="1"/>
            </a:lvl5pPr>
            <a:lvl6pPr marL="2743200" lvl="5" indent="-228600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None/>
              <a:defRPr sz="1733" b="1"/>
            </a:lvl6pPr>
            <a:lvl7pPr marL="3200400" lvl="6" indent="-228600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None/>
              <a:defRPr sz="1733" b="1"/>
            </a:lvl7pPr>
            <a:lvl8pPr marL="3657600" lvl="7" indent="-228600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None/>
              <a:defRPr sz="1733" b="1"/>
            </a:lvl8pPr>
            <a:lvl9pPr marL="4114800" lvl="8" indent="-228600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None/>
              <a:defRPr sz="1733" b="1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495300" y="1764506"/>
            <a:ext cx="4376870" cy="432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1pPr>
            <a:lvl2pPr marL="914400" lvl="1" indent="-366204" algn="l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Char char="–"/>
              <a:defRPr sz="2167"/>
            </a:lvl2pPr>
            <a:lvl3pPr marL="1371600" lvl="2" indent="-352425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  <a:defRPr sz="1950"/>
            </a:lvl3pPr>
            <a:lvl4pPr marL="1828800" lvl="3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–"/>
              <a:defRPr sz="1733"/>
            </a:lvl4pPr>
            <a:lvl5pPr marL="2286000" lvl="4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»"/>
              <a:defRPr sz="1733"/>
            </a:lvl5pPr>
            <a:lvl6pPr marL="2743200" lvl="5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•"/>
              <a:defRPr sz="1733"/>
            </a:lvl6pPr>
            <a:lvl7pPr marL="3200400" lvl="6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•"/>
              <a:defRPr sz="1733"/>
            </a:lvl7pPr>
            <a:lvl8pPr marL="3657600" lvl="7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•"/>
              <a:defRPr sz="1733"/>
            </a:lvl8pPr>
            <a:lvl9pPr marL="4114800" lvl="8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•"/>
              <a:defRPr sz="1733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3"/>
          </p:nvPr>
        </p:nvSpPr>
        <p:spPr>
          <a:xfrm>
            <a:off x="5032111" y="980728"/>
            <a:ext cx="4378590" cy="783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/>
            </a:lvl1pPr>
            <a:lvl2pPr marL="914400" lvl="1" indent="-228600" algn="l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None/>
              <a:defRPr sz="2167" b="1"/>
            </a:lvl2pPr>
            <a:lvl3pPr marL="1371600" lvl="2" indent="-228600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None/>
              <a:defRPr sz="1950" b="1"/>
            </a:lvl3pPr>
            <a:lvl4pPr marL="1828800" lvl="3" indent="-228600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None/>
              <a:defRPr sz="1733" b="1"/>
            </a:lvl4pPr>
            <a:lvl5pPr marL="2286000" lvl="4" indent="-228600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None/>
              <a:defRPr sz="1733" b="1"/>
            </a:lvl5pPr>
            <a:lvl6pPr marL="2743200" lvl="5" indent="-228600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None/>
              <a:defRPr sz="1733" b="1"/>
            </a:lvl6pPr>
            <a:lvl7pPr marL="3200400" lvl="6" indent="-228600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None/>
              <a:defRPr sz="1733" b="1"/>
            </a:lvl7pPr>
            <a:lvl8pPr marL="3657600" lvl="7" indent="-228600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None/>
              <a:defRPr sz="1733" b="1"/>
            </a:lvl8pPr>
            <a:lvl9pPr marL="4114800" lvl="8" indent="-228600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None/>
              <a:defRPr sz="1733" b="1"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body" idx="4"/>
          </p:nvPr>
        </p:nvSpPr>
        <p:spPr>
          <a:xfrm>
            <a:off x="5032111" y="1764506"/>
            <a:ext cx="4378590" cy="432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1pPr>
            <a:lvl2pPr marL="914400" lvl="1" indent="-366204" algn="l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Char char="–"/>
              <a:defRPr sz="2167"/>
            </a:lvl2pPr>
            <a:lvl3pPr marL="1371600" lvl="2" indent="-352425" algn="l">
              <a:spcBef>
                <a:spcPts val="39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  <a:defRPr sz="1950"/>
            </a:lvl3pPr>
            <a:lvl4pPr marL="1828800" lvl="3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–"/>
              <a:defRPr sz="1733"/>
            </a:lvl4pPr>
            <a:lvl5pPr marL="2286000" lvl="4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»"/>
              <a:defRPr sz="1733"/>
            </a:lvl5pPr>
            <a:lvl6pPr marL="2743200" lvl="5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•"/>
              <a:defRPr sz="1733"/>
            </a:lvl6pPr>
            <a:lvl7pPr marL="3200400" lvl="6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•"/>
              <a:defRPr sz="1733"/>
            </a:lvl7pPr>
            <a:lvl8pPr marL="3657600" lvl="7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•"/>
              <a:defRPr sz="1733"/>
            </a:lvl8pPr>
            <a:lvl9pPr marL="4114800" lvl="8" indent="-338645" algn="l"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1733"/>
              <a:buChar char="•"/>
              <a:defRPr sz="1733"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Malgun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 rot="10800000" flipH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495300" y="44450"/>
            <a:ext cx="891540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Malgun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>
  <p:cSld name="빈 화면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67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48754" algn="l">
              <a:spcBef>
                <a:spcPts val="693"/>
              </a:spcBef>
              <a:spcAft>
                <a:spcPts val="0"/>
              </a:spcAft>
              <a:buClr>
                <a:schemeClr val="dk1"/>
              </a:buClr>
              <a:buSzPts val="3467"/>
              <a:buChar char="•"/>
              <a:defRPr sz="3466"/>
            </a:lvl1pPr>
            <a:lvl2pPr marL="914400" lvl="1" indent="-421195" algn="l">
              <a:spcBef>
                <a:spcPts val="607"/>
              </a:spcBef>
              <a:spcAft>
                <a:spcPts val="0"/>
              </a:spcAft>
              <a:buClr>
                <a:schemeClr val="dk1"/>
              </a:buClr>
              <a:buSzPts val="3033"/>
              <a:buChar char="–"/>
              <a:defRPr sz="3033"/>
            </a:lvl2pPr>
            <a:lvl3pPr marL="1371600" lvl="2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3pPr>
            <a:lvl4pPr marL="1828800" lvl="3" indent="-366204" algn="l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Char char="–"/>
              <a:defRPr sz="2167"/>
            </a:lvl4pPr>
            <a:lvl5pPr marL="2286000" lvl="4" indent="-366204" algn="l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Char char="»"/>
              <a:defRPr sz="2167"/>
            </a:lvl5pPr>
            <a:lvl6pPr marL="2743200" lvl="5" indent="-366204" algn="l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Char char="•"/>
              <a:defRPr sz="2167"/>
            </a:lvl6pPr>
            <a:lvl7pPr marL="3200400" lvl="6" indent="-366204" algn="l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Char char="•"/>
              <a:defRPr sz="2167"/>
            </a:lvl7pPr>
            <a:lvl8pPr marL="3657600" lvl="7" indent="-366204" algn="l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Char char="•"/>
              <a:defRPr sz="2167"/>
            </a:lvl8pPr>
            <a:lvl9pPr marL="4114800" lvl="8" indent="-366204" algn="l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Char char="•"/>
              <a:defRPr sz="2167"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03"/>
              </a:spcBef>
              <a:spcAft>
                <a:spcPts val="0"/>
              </a:spcAft>
              <a:buClr>
                <a:schemeClr val="dk1"/>
              </a:buClr>
              <a:buSzPts val="1517"/>
              <a:buNone/>
              <a:defRPr sz="1517"/>
            </a:lvl1pPr>
            <a:lvl2pPr marL="914400" lvl="1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marL="1371600" lvl="2" indent="-228600" algn="l">
              <a:spcBef>
                <a:spcPts val="217"/>
              </a:spcBef>
              <a:spcAft>
                <a:spcPts val="0"/>
              </a:spcAft>
              <a:buClr>
                <a:schemeClr val="dk1"/>
              </a:buClr>
              <a:buSzPts val="1083"/>
              <a:buNone/>
              <a:defRPr sz="1083"/>
            </a:lvl3pPr>
            <a:lvl4pPr marL="1828800" lvl="3" indent="-228600" algn="l"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4pPr>
            <a:lvl5pPr marL="2286000" lvl="4" indent="-228600" algn="l"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5pPr>
            <a:lvl6pPr marL="2743200" lvl="5" indent="-228600" algn="l"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6pPr>
            <a:lvl7pPr marL="3200400" lvl="6" indent="-228600" algn="l"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7pPr>
            <a:lvl8pPr marL="3657600" lvl="7" indent="-228600" algn="l"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8pPr>
            <a:lvl9pPr marL="4114800" lvl="8" indent="-228600" algn="l"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740532" y="4800600"/>
            <a:ext cx="842493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167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>
            <a:spLocks noGrp="1"/>
          </p:cNvSpPr>
          <p:nvPr>
            <p:ph type="pic" idx="2"/>
          </p:nvPr>
        </p:nvSpPr>
        <p:spPr>
          <a:xfrm>
            <a:off x="740532" y="612775"/>
            <a:ext cx="8424936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740532" y="5367338"/>
            <a:ext cx="8424936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03"/>
              </a:spcBef>
              <a:spcAft>
                <a:spcPts val="0"/>
              </a:spcAft>
              <a:buClr>
                <a:schemeClr val="dk1"/>
              </a:buClr>
              <a:buSzPts val="1517"/>
              <a:buNone/>
              <a:defRPr sz="1517"/>
            </a:lvl1pPr>
            <a:lvl2pPr marL="914400" lvl="1" indent="-228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marL="1371600" lvl="2" indent="-228600" algn="l">
              <a:spcBef>
                <a:spcPts val="217"/>
              </a:spcBef>
              <a:spcAft>
                <a:spcPts val="0"/>
              </a:spcAft>
              <a:buClr>
                <a:schemeClr val="dk1"/>
              </a:buClr>
              <a:buSzPts val="1083"/>
              <a:buNone/>
              <a:defRPr sz="1083"/>
            </a:lvl3pPr>
            <a:lvl4pPr marL="1828800" lvl="3" indent="-228600" algn="l"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4pPr>
            <a:lvl5pPr marL="2286000" lvl="4" indent="-228600" algn="l"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5pPr>
            <a:lvl6pPr marL="2743200" lvl="5" indent="-228600" algn="l"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6pPr>
            <a:lvl7pPr marL="3200400" lvl="6" indent="-228600" algn="l"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7pPr>
            <a:lvl8pPr marL="3657600" lvl="7" indent="-228600" algn="l"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8pPr>
            <a:lvl9pPr marL="4114800" lvl="8" indent="-228600" algn="l"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495300" y="44450"/>
            <a:ext cx="891540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2690019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 rot="5400000">
            <a:off x="5370513" y="2085977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 rot="5400000">
            <a:off x="830263" y="-60324"/>
            <a:ext cx="5851525" cy="652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8"/>
          <p:cNvSpPr>
            <a:spLocks noChangeArrowheads="1"/>
          </p:cNvSpPr>
          <p:nvPr userDrawn="1"/>
        </p:nvSpPr>
        <p:spPr bwMode="auto">
          <a:xfrm flipV="1">
            <a:off x="0" y="719139"/>
            <a:ext cx="9906000" cy="46037"/>
          </a:xfrm>
          <a:prstGeom prst="rect">
            <a:avLst/>
          </a:prstGeom>
          <a:solidFill>
            <a:srgbClr val="C00000"/>
          </a:solidFill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+mn-lt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495300" y="44624"/>
            <a:ext cx="8915400" cy="692696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497291" y="764704"/>
            <a:ext cx="8913410" cy="792088"/>
          </a:xfrm>
        </p:spPr>
        <p:txBody>
          <a:bodyPr anchor="ctr">
            <a:noAutofit/>
          </a:bodyPr>
          <a:lstStyle>
            <a:lvl1pPr marL="0">
              <a:buNone/>
              <a:defRPr sz="2167" b="1"/>
            </a:lvl1pPr>
            <a:lvl2pPr>
              <a:defRPr sz="1950"/>
            </a:lvl2pPr>
            <a:lvl3pPr>
              <a:defRPr sz="1733"/>
            </a:lvl3pPr>
            <a:lvl4pPr>
              <a:defRPr sz="1517"/>
            </a:lvl4pPr>
            <a:lvl5pPr>
              <a:defRPr sz="1517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 dirty="0"/>
              <a:t>© 2022 by KS LIM</a:t>
            </a:r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6"/>
          </p:nvPr>
        </p:nvSpPr>
        <p:spPr>
          <a:xfrm>
            <a:off x="7401272" y="6386006"/>
            <a:ext cx="231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3B9E5-72EB-409C-9726-902C31E830E7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6004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95300" y="44450"/>
            <a:ext cx="8915400" cy="69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21195" algn="l" rtl="0">
              <a:spcBef>
                <a:spcPts val="607"/>
              </a:spcBef>
              <a:spcAft>
                <a:spcPts val="0"/>
              </a:spcAft>
              <a:buClr>
                <a:schemeClr val="dk1"/>
              </a:buClr>
              <a:buSzPts val="3033"/>
              <a:buFont typeface="Arial"/>
              <a:buChar char="•"/>
              <a:defRPr sz="3033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–"/>
              <a:defRPr sz="2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66204" algn="l" rtl="0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66204" algn="l" rtl="0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66204" algn="l" rtl="0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66204" algn="l" rtl="0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66204" algn="l" rtl="0">
              <a:spcBef>
                <a:spcPts val="433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3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비즈니스모델</a:t>
            </a:r>
            <a:r>
              <a:rPr lang="en-US" altLang="ko-KR" dirty="0"/>
              <a:t>-</a:t>
            </a:r>
            <a:r>
              <a:rPr lang="ko-KR" altLang="en-US" dirty="0" err="1"/>
              <a:t>린캔버스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0D485768-0143-4430-8742-4A42A1DE8B43}" type="slidenum">
              <a:rPr lang="ko-KR" altLang="en-US" smtClean="0"/>
              <a:pPr>
                <a:defRPr/>
              </a:pPr>
              <a:t>0</a:t>
            </a:fld>
            <a:endParaRPr lang="ko-KR" altLang="en-US"/>
          </a:p>
        </p:txBody>
      </p:sp>
      <p:grpSp>
        <p:nvGrpSpPr>
          <p:cNvPr id="3" name="그룹 5"/>
          <p:cNvGrpSpPr/>
          <p:nvPr/>
        </p:nvGrpSpPr>
        <p:grpSpPr>
          <a:xfrm>
            <a:off x="200472" y="908720"/>
            <a:ext cx="9512200" cy="5477286"/>
            <a:chOff x="632520" y="1844824"/>
            <a:chExt cx="8640960" cy="4464496"/>
          </a:xfrm>
          <a:noFill/>
        </p:grpSpPr>
        <p:sp>
          <p:nvSpPr>
            <p:cNvPr id="26" name="직사각형 25"/>
            <p:cNvSpPr/>
            <p:nvPr/>
          </p:nvSpPr>
          <p:spPr>
            <a:xfrm>
              <a:off x="632520" y="1844824"/>
              <a:ext cx="1656184" cy="3240784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2.</a:t>
              </a:r>
              <a:r>
                <a:rPr lang="ko-KR" altLang="en-US" dirty="0">
                  <a:solidFill>
                    <a:schemeClr val="tx1"/>
                  </a:solidFill>
                </a:rPr>
                <a:t>문제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비전공자 </a:t>
              </a:r>
              <a:r>
                <a:rPr lang="en-US" altLang="ko-KR" dirty="0">
                  <a:solidFill>
                    <a:schemeClr val="tx1"/>
                  </a:solidFill>
                </a:rPr>
                <a:t>it, </a:t>
              </a:r>
              <a:r>
                <a:rPr lang="ko-KR" altLang="en-US" dirty="0">
                  <a:solidFill>
                    <a:schemeClr val="tx1"/>
                  </a:solidFill>
                </a:rPr>
                <a:t>코딩 진입장벽이 높음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단순 강의형은 학습 효과가 떨어짐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4124908" y="1844824"/>
              <a:ext cx="1656184" cy="3240784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4.</a:t>
              </a:r>
              <a:r>
                <a:rPr lang="ko-KR" altLang="en-US" dirty="0">
                  <a:solidFill>
                    <a:schemeClr val="tx1"/>
                  </a:solidFill>
                </a:rPr>
                <a:t>가치 제안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/>
                <a:t>비전공자도 쉽게 시작하고 끝까지 완주할 수 있는 코딩 교육</a:t>
              </a:r>
              <a:endParaRPr lang="en-US" altLang="ko-KR" dirty="0"/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/>
                <a:t>실습 → 피드백 → 성과 공유로 이어지는 몰입형 경험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7617296" y="1844824"/>
              <a:ext cx="1656184" cy="3240784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1.</a:t>
              </a:r>
              <a:r>
                <a:rPr lang="ko-KR" altLang="en-US" dirty="0">
                  <a:solidFill>
                    <a:schemeClr val="tx1"/>
                  </a:solidFill>
                </a:rPr>
                <a:t>고객 세분화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대학생 및 취업준비생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직무 확장을 원하는 직장인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교양으로 코딩을 배우고 싶은 일반인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수업 보충 자료를 만들 시간이 부족한 교사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2378714" y="1853479"/>
              <a:ext cx="1656184" cy="1577279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3.</a:t>
              </a:r>
              <a:r>
                <a:rPr lang="ko-KR" altLang="en-US" dirty="0">
                  <a:solidFill>
                    <a:schemeClr val="tx1"/>
                  </a:solidFill>
                </a:rPr>
                <a:t>해결책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맞춤형 학습 경로 지원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실습 중심 과제 및 피드백 시스템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커뮤니티 기반 학습</a:t>
              </a: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2378714" y="3501007"/>
              <a:ext cx="1656184" cy="1586359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8.</a:t>
              </a:r>
              <a:r>
                <a:rPr lang="ko-KR" altLang="en-US" dirty="0">
                  <a:solidFill>
                    <a:schemeClr val="tx1"/>
                  </a:solidFill>
                </a:rPr>
                <a:t>핵심 지표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/>
                <a:t>가입자 수 </a:t>
              </a:r>
              <a:r>
                <a:rPr lang="en-US" altLang="ko-KR" dirty="0"/>
                <a:t>&amp; </a:t>
              </a:r>
              <a:r>
                <a:rPr lang="ko-KR" altLang="en-US" dirty="0"/>
                <a:t>유료 </a:t>
              </a:r>
              <a:r>
                <a:rPr lang="ko-KR" altLang="en-US" dirty="0" err="1"/>
                <a:t>전환율</a:t>
              </a:r>
              <a:endParaRPr lang="en-US" altLang="ko-KR" dirty="0"/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/>
                <a:t>평균 학습 지속 기간</a:t>
              </a:r>
              <a:endParaRPr lang="en-US" altLang="ko-KR" dirty="0"/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/>
                <a:t>과정 </a:t>
              </a:r>
              <a:r>
                <a:rPr lang="ko-KR" altLang="en-US" dirty="0" err="1"/>
                <a:t>수료율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5871102" y="1851721"/>
              <a:ext cx="1656184" cy="1577279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9.</a:t>
              </a:r>
              <a:r>
                <a:rPr lang="ko-KR" altLang="en-US" dirty="0">
                  <a:solidFill>
                    <a:schemeClr val="tx1"/>
                  </a:solidFill>
                </a:rPr>
                <a:t>일방적경쟁우위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/>
                <a:t>자체 개발된 학습 분석 알고리즘</a:t>
              </a:r>
              <a:endParaRPr lang="en-US" altLang="ko-KR" dirty="0"/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/>
                <a:t>업계 멘토 및 실무자 네트워크 연계</a:t>
              </a:r>
              <a:endParaRPr lang="en-US" altLang="ko-KR" dirty="0"/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교육기관 파트너십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871102" y="3499249"/>
              <a:ext cx="1656184" cy="1586359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5.</a:t>
              </a:r>
              <a:r>
                <a:rPr lang="ko-KR" altLang="en-US" dirty="0">
                  <a:solidFill>
                    <a:schemeClr val="tx1"/>
                  </a:solidFill>
                </a:rPr>
                <a:t>채널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/>
                <a:t>온라인 플랫폼 </a:t>
              </a:r>
              <a:r>
                <a:rPr lang="en-US" altLang="ko-KR" dirty="0"/>
                <a:t>(</a:t>
              </a:r>
              <a:r>
                <a:rPr lang="ko-KR" altLang="en-US" dirty="0"/>
                <a:t>웹</a:t>
              </a:r>
              <a:r>
                <a:rPr lang="en-US" altLang="ko-KR" dirty="0"/>
                <a:t>/</a:t>
              </a:r>
              <a:r>
                <a:rPr lang="ko-KR" altLang="en-US" dirty="0"/>
                <a:t>앱</a:t>
              </a:r>
              <a:r>
                <a:rPr lang="en-US" altLang="ko-KR" dirty="0"/>
                <a:t>)</a:t>
              </a: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/>
                <a:t>대학</a:t>
              </a:r>
              <a:r>
                <a:rPr lang="en-US" altLang="ko-KR" dirty="0"/>
                <a:t>/</a:t>
              </a:r>
              <a:r>
                <a:rPr lang="ko-KR" altLang="en-US" dirty="0"/>
                <a:t>직장 교육 프로그램 연계</a:t>
              </a:r>
              <a:endParaRPr lang="en-US" altLang="ko-KR" dirty="0"/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en" altLang="ko-KR" dirty="0"/>
                <a:t>SNS·</a:t>
              </a:r>
              <a:r>
                <a:rPr lang="ko-KR" altLang="en-US" dirty="0"/>
                <a:t>유튜브 등 홍보 채널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632520" y="5152406"/>
              <a:ext cx="4248472" cy="1156914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7.</a:t>
              </a:r>
              <a:r>
                <a:rPr lang="ko-KR" altLang="en-US" dirty="0">
                  <a:solidFill>
                    <a:schemeClr val="tx1"/>
                  </a:solidFill>
                </a:rPr>
                <a:t>비용 구조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/>
                <a:t>플랫폼 개발 및 유지보수</a:t>
              </a:r>
              <a:endParaRPr lang="en-US" altLang="ko-KR" dirty="0"/>
            </a:p>
            <a:p>
              <a:pPr algn="ctr"/>
              <a:endParaRPr lang="en-US" altLang="ko-KR" dirty="0"/>
            </a:p>
            <a:p>
              <a:pPr algn="ctr"/>
              <a:r>
                <a:rPr lang="ko-KR" altLang="en-US" dirty="0"/>
                <a:t>콘텐츠 제작비 </a:t>
              </a:r>
              <a:r>
                <a:rPr lang="en-US" altLang="ko-KR" dirty="0"/>
                <a:t>(</a:t>
              </a:r>
              <a:r>
                <a:rPr lang="ko-KR" altLang="en-US" dirty="0"/>
                <a:t>강의</a:t>
              </a:r>
              <a:r>
                <a:rPr lang="en-US" altLang="ko-KR" dirty="0"/>
                <a:t>, </a:t>
              </a:r>
              <a:r>
                <a:rPr lang="ko-KR" altLang="en-US" dirty="0"/>
                <a:t>실습 문제</a:t>
              </a:r>
              <a:r>
                <a:rPr lang="en-US" altLang="ko-KR" dirty="0"/>
                <a:t>)</a:t>
              </a: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/>
                <a:t>마케팅 및 고객 지원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987957" y="5152406"/>
              <a:ext cx="4285523" cy="1156914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6.</a:t>
              </a:r>
              <a:r>
                <a:rPr lang="ko-KR" altLang="en-US" dirty="0">
                  <a:solidFill>
                    <a:schemeClr val="tx1"/>
                  </a:solidFill>
                </a:rPr>
                <a:t>수익 흐름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/>
                <a:t>구독 기반 요금제 </a:t>
              </a:r>
              <a:r>
                <a:rPr lang="en-US" altLang="ko-KR" dirty="0"/>
                <a:t>(</a:t>
              </a:r>
              <a:r>
                <a:rPr lang="ko-KR" altLang="en-US" dirty="0"/>
                <a:t>월</a:t>
              </a:r>
              <a:r>
                <a:rPr lang="en-US" altLang="ko-KR" dirty="0"/>
                <a:t>/</a:t>
              </a:r>
              <a:r>
                <a:rPr lang="ko-KR" altLang="en-US" dirty="0"/>
                <a:t>분기</a:t>
              </a:r>
              <a:r>
                <a:rPr lang="en-US" altLang="ko-KR" dirty="0"/>
                <a:t>/</a:t>
              </a:r>
              <a:r>
                <a:rPr lang="ko-KR" altLang="en-US" dirty="0"/>
                <a:t>연 단위</a:t>
              </a:r>
              <a:r>
                <a:rPr lang="en-US" altLang="ko-KR" dirty="0"/>
                <a:t>)</a:t>
              </a: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/>
                <a:t>기업 대상 맞춤형 교육 프로그램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8008998" y="1421204"/>
            <a:ext cx="1584176" cy="1647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marL="92075" indent="-92075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72480" y="3645024"/>
            <a:ext cx="1584176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u="sng" dirty="0">
                <a:solidFill>
                  <a:schemeClr val="tx1"/>
                </a:solidFill>
              </a:rPr>
              <a:t>기존의 대안</a:t>
            </a:r>
            <a:endParaRPr lang="en-US" altLang="ko-KR" sz="1400" u="sng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977335" y="3501009"/>
            <a:ext cx="1584176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1400" u="sng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074903" y="3314886"/>
            <a:ext cx="1584176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400" u="sng" dirty="0">
                <a:solidFill>
                  <a:schemeClr val="tx1"/>
                </a:solidFill>
              </a:rPr>
              <a:t>상위 개념</a:t>
            </a:r>
            <a:endParaRPr lang="en-US" altLang="ko-KR" sz="1400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01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417"/>
    </mc:Choice>
    <mc:Fallback xmlns="">
      <p:transition spd="slow" advTm="39417"/>
    </mc:Fallback>
  </mc:AlternateContent>
</p:sld>
</file>

<file path=ppt/theme/theme1.xml><?xml version="1.0" encoding="utf-8"?>
<a:theme xmlns:a="http://schemas.openxmlformats.org/drawingml/2006/main" name="Office 테마">
  <a:themeElements>
    <a:clrScheme name="광장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177</Words>
  <Application>Microsoft Macintosh PowerPoint</Application>
  <PresentationFormat>A4 용지(210x297mm)</PresentationFormat>
  <Paragraphs>55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Arial</vt:lpstr>
      <vt:lpstr>Office 테마</vt:lpstr>
      <vt:lpstr>비즈니스모델-린캔버스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시장 조사 및 분석</dc:title>
  <dc:creator>ETUSER</dc:creator>
  <cp:lastModifiedBy>이한</cp:lastModifiedBy>
  <cp:revision>17</cp:revision>
  <cp:lastPrinted>2023-11-29T11:53:38Z</cp:lastPrinted>
  <dcterms:created xsi:type="dcterms:W3CDTF">2010-06-11T01:40:26Z</dcterms:created>
  <dcterms:modified xsi:type="dcterms:W3CDTF">2025-10-01T05:12:57Z</dcterms:modified>
</cp:coreProperties>
</file>