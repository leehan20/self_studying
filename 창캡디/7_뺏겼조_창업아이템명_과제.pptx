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sldIdLst>
    <p:sldId id="601" r:id="rId2"/>
    <p:sldId id="620" r:id="rId3"/>
  </p:sldIdLst>
  <p:sldSz cx="9906000" cy="6858000" type="A4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2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468" autoAdjust="0"/>
    <p:restoredTop sz="94660"/>
  </p:normalViewPr>
  <p:slideViewPr>
    <p:cSldViewPr>
      <p:cViewPr>
        <p:scale>
          <a:sx n="135" d="100"/>
          <a:sy n="135" d="100"/>
        </p:scale>
        <p:origin x="144" y="-72"/>
      </p:cViewPr>
      <p:guideLst>
        <p:guide orient="horz" pos="1117"/>
        <p:guide pos="2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609" y="0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C9C92B5-2A33-4433-9E65-2079D7F25F74}" type="datetimeFigureOut">
              <a:rPr lang="ko-KR" altLang="en-US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1625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55" tIns="46177" rIns="92355" bIns="4617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31" y="4718923"/>
            <a:ext cx="5440978" cy="4470559"/>
          </a:xfrm>
          <a:prstGeom prst="rect">
            <a:avLst/>
          </a:prstGeom>
        </p:spPr>
        <p:txBody>
          <a:bodyPr vert="horz" lIns="92355" tIns="46177" rIns="92355" bIns="46177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6255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609" y="9436255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8CC4FB3-9939-466D-9B2B-F37DB2C092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83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1742952"/>
            <a:ext cx="8420100" cy="1470025"/>
          </a:xfr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/>
          <a:lstStyle>
            <a:lvl1pPr algn="ctr">
              <a:defRPr sz="4767" u="none"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033" b="1">
                <a:solidFill>
                  <a:schemeClr val="tx1"/>
                </a:solidFill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93103-F076-4B1C-93CB-E5AC289C0CA1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6232F-E227-4EF3-97B7-7BD1A2FF683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>
            <a:off x="1599407" y="1412875"/>
            <a:ext cx="6629797" cy="46038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27" y="720080"/>
            <a:ext cx="6630737" cy="692696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598627" y="1772815"/>
            <a:ext cx="6630737" cy="4284000"/>
          </a:xfrm>
          <a:ln w="3175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557195" indent="-557195">
              <a:buFont typeface="+mj-lt"/>
              <a:buAutoNum type="arabicPeriod"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15D23-5D70-4D3E-8CD8-33DA8EBC9FFC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7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401272" y="6356351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&lt;</a:t>
            </a: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r>
              <a:rPr lang="en-US" altLang="ko-KR" dirty="0"/>
              <a:t>&gt;</a:t>
            </a:r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9528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BBB55-BEAB-4CB4-86F0-3E7423AE3240}" type="datetime1">
              <a:rPr lang="ko-KR" altLang="en-US" smtClean="0"/>
              <a:pPr>
                <a:defRPr/>
              </a:pPr>
              <a:t>2025. 9. 24.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6006F-71D6-4C66-B6BA-AC0893929FC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날짜 개체 틀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0" name="바닥글 개체 틀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슬라이드 번호 개체 틀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791A7-B86D-4B57-9B61-BD393F1B7E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11"/>
          <p:cNvCxnSpPr/>
          <p:nvPr userDrawn="1"/>
        </p:nvCxnSpPr>
        <p:spPr>
          <a:xfrm>
            <a:off x="5030391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13"/>
          <p:cNvCxnSpPr/>
          <p:nvPr userDrawn="1"/>
        </p:nvCxnSpPr>
        <p:spPr>
          <a:xfrm>
            <a:off x="507339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980728"/>
            <a:ext cx="437687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1764506"/>
            <a:ext cx="437687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980728"/>
            <a:ext cx="437859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1764506"/>
            <a:ext cx="437859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2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E5FC0-F5F5-44C1-A173-9F48F4BA6B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1BC5-48B6-4293-A9BC-59FABB0B70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58868-A2AC-4D17-8D28-FDAA9A93F0E9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D91FD-083D-4EBD-A831-D9A491ED4D2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7187B-2A83-4D17-91A0-A9F1D14428C9}" type="datetime1">
              <a:rPr lang="ko-KR" altLang="en-US" smtClean="0"/>
              <a:pPr>
                <a:defRPr/>
              </a:pPr>
              <a:t>2025. 9. 24.</a:t>
            </a:fld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C2BA2-0ED4-4E90-8B92-F467C0D458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0532" y="4800600"/>
            <a:ext cx="8424936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40532" y="612775"/>
            <a:ext cx="8424936" cy="4114800"/>
          </a:xfrm>
        </p:spPr>
        <p:txBody>
          <a:bodyPr rtlCol="0">
            <a:normAutofit/>
          </a:bodyPr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0532" y="5367338"/>
            <a:ext cx="8424936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4C9F3-89D2-450E-9FFF-220EFB8AB07A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B00D2-5378-49CE-BD63-BF09B8AD9A8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74E3C-AA61-448D-BAA7-1A172FB44AFF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7B118-DD98-4569-93E8-7B1921EB16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0FD8E-D748-477A-B558-B00196C3DC93}" type="datetime1">
              <a:rPr lang="ko-KR" altLang="en-US" smtClean="0"/>
              <a:pPr>
                <a:defRPr/>
              </a:pPr>
              <a:t>2025. 9. 24.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00A4C-00F6-42F6-B1B7-DE65AA4D5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44450"/>
            <a:ext cx="89154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3346084-779E-4103-89E4-35DC85D6893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0" r:id="rId4"/>
    <p:sldLayoutId id="2147483664" r:id="rId5"/>
    <p:sldLayoutId id="2147483665" r:id="rId6"/>
    <p:sldLayoutId id="2147483666" r:id="rId7"/>
    <p:sldLayoutId id="2147483659" r:id="rId8"/>
    <p:sldLayoutId id="2147483667" r:id="rId9"/>
    <p:sldLayoutId id="2147483668" r:id="rId10"/>
    <p:sldLayoutId id="2147483669" r:id="rId11"/>
    <p:sldLayoutId id="2147483670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03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167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</p:spPr>
        <p:txBody>
          <a:bodyPr/>
          <a:lstStyle/>
          <a:p>
            <a:r>
              <a:rPr lang="ko-KR" altLang="en-US" sz="1967" dirty="0"/>
              <a:t>기업과제 </a:t>
            </a:r>
            <a:r>
              <a:rPr lang="en-US" altLang="ko-KR" sz="1967" dirty="0"/>
              <a:t>:</a:t>
            </a:r>
            <a:r>
              <a:rPr lang="ko-KR" altLang="en-US" sz="1967" dirty="0"/>
              <a:t> </a:t>
            </a:r>
            <a:r>
              <a:rPr lang="en-US" altLang="ko-KR" sz="1967" dirty="0"/>
              <a:t>ai</a:t>
            </a:r>
            <a:r>
              <a:rPr lang="ko-KR" altLang="en-US" sz="1967" dirty="0"/>
              <a:t> 기반의 </a:t>
            </a:r>
            <a:r>
              <a:rPr lang="en-US" altLang="ko-KR" sz="1967" dirty="0"/>
              <a:t>4</a:t>
            </a:r>
            <a:r>
              <a:rPr lang="ko-KR" altLang="en-US" sz="1967" dirty="0"/>
              <a:t>차산업혁명 교육 복습 및 평가 시스템</a:t>
            </a:r>
            <a:endParaRPr lang="en-US" altLang="ko-KR" sz="1967" dirty="0"/>
          </a:p>
          <a:p>
            <a:endParaRPr lang="en-US" altLang="ko-KR" sz="1967" dirty="0"/>
          </a:p>
          <a:p>
            <a:r>
              <a:rPr lang="ko-KR" altLang="en-US" sz="1967" dirty="0" err="1"/>
              <a:t>최종선정된</a:t>
            </a:r>
            <a:r>
              <a:rPr lang="ko-KR" altLang="en-US" sz="1967" dirty="0"/>
              <a:t> 아이디어</a:t>
            </a:r>
            <a:r>
              <a:rPr lang="en-US" altLang="ko-KR" sz="1967" dirty="0"/>
              <a:t>:</a:t>
            </a:r>
            <a:r>
              <a:rPr lang="ko-KR" altLang="en-US" sz="1967" dirty="0"/>
              <a:t> </a:t>
            </a:r>
            <a:r>
              <a:rPr lang="en-US" altLang="ko-KR" sz="1967" dirty="0"/>
              <a:t>ai</a:t>
            </a:r>
            <a:r>
              <a:rPr lang="ko-KR" altLang="en-US" sz="1967" dirty="0"/>
              <a:t> 기반의 </a:t>
            </a:r>
            <a:r>
              <a:rPr lang="en-US" altLang="ko-KR" sz="1967" dirty="0"/>
              <a:t>4</a:t>
            </a:r>
            <a:r>
              <a:rPr lang="ko-KR" altLang="en-US" sz="1967" dirty="0"/>
              <a:t>차산업혁명 교육 복습 및 평가 시스템</a:t>
            </a:r>
            <a:endParaRPr lang="en-US" altLang="ko-KR" sz="1967" dirty="0"/>
          </a:p>
          <a:p>
            <a:endParaRPr lang="en-US" altLang="ko-KR" sz="1967" dirty="0"/>
          </a:p>
        </p:txBody>
      </p:sp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창업 아이디어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r>
              <a:rPr lang="ko-KR" altLang="en-US" dirty="0"/>
              <a:t>팀 회의에서 도출되었던 아이디어 목록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선정된 창업 아이템 정의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아이템 </a:t>
            </a:r>
            <a:r>
              <a:rPr lang="ko-KR" altLang="en-US" sz="1400" dirty="0" err="1"/>
              <a:t>한줄</a:t>
            </a:r>
            <a:r>
              <a:rPr lang="ko-KR" altLang="en-US" sz="1400" dirty="0"/>
              <a:t> 소개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900" dirty="0"/>
              <a:t>ai</a:t>
            </a:r>
            <a:r>
              <a:rPr lang="ko-KR" altLang="en-US" sz="900" dirty="0"/>
              <a:t> 기반의 </a:t>
            </a:r>
            <a:r>
              <a:rPr lang="en-US" altLang="ko-KR" sz="900" dirty="0"/>
              <a:t>4</a:t>
            </a:r>
            <a:r>
              <a:rPr lang="ko-KR" altLang="en-US" sz="900" dirty="0"/>
              <a:t>차산업혁명 교육 복습 및 평가 시스템</a:t>
            </a:r>
            <a:endParaRPr lang="en-US" altLang="ko-KR" sz="900" dirty="0"/>
          </a:p>
          <a:p>
            <a:pPr marL="0" indent="0">
              <a:buNone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목표 고객 </a:t>
            </a:r>
            <a:r>
              <a:rPr lang="en-US" altLang="ko-KR" sz="1400" dirty="0"/>
              <a:t>:</a:t>
            </a:r>
            <a:r>
              <a:rPr lang="ko-KR" altLang="en-US" sz="1400" dirty="0"/>
              <a:t> 방과 후 시스템을 가진 학교 혹은 교사</a:t>
            </a:r>
            <a:endParaRPr lang="en-US" altLang="ko-KR" sz="1400" dirty="0"/>
          </a:p>
          <a:p>
            <a:pPr>
              <a:buFont typeface="Wingdings" panose="05000000000000000000" pitchFamily="2" charset="2"/>
              <a:buChar char="u"/>
            </a:pPr>
            <a:endParaRPr lang="en-US" altLang="ko-KR" sz="1400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 marL="604824" lvl="1" indent="-17145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기존의 문제점 </a:t>
            </a:r>
            <a:r>
              <a:rPr lang="en-US" altLang="ko-KR" sz="1400" dirty="0"/>
              <a:t>:</a:t>
            </a:r>
            <a:r>
              <a:rPr lang="ko-KR" altLang="en-US" sz="1400" dirty="0"/>
              <a:t> 방과 후 수업이 끝는 뒤 학생들의 학습 성취도를 알 수 없다</a:t>
            </a:r>
            <a:r>
              <a:rPr lang="en-US" altLang="ko-KR" sz="1400" dirty="0"/>
              <a:t>,</a:t>
            </a:r>
            <a:r>
              <a:rPr lang="ko-KR" altLang="en-US" sz="1400" dirty="0"/>
              <a:t> 가르치고 있는 교사가 평가 시스템까지 만들기에는 부담이 너무 크다</a:t>
            </a:r>
            <a:endParaRPr lang="en-US" altLang="ko-KR" sz="1400" dirty="0"/>
          </a:p>
          <a:p>
            <a:pPr marL="890574" lvl="1" indent="-457200"/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/>
            <a:endParaRPr lang="en-US" altLang="ko-KR" sz="967" dirty="0"/>
          </a:p>
          <a:p>
            <a:pPr marL="890574" lvl="1" indent="-457200"/>
            <a:endParaRPr lang="en-US" altLang="ko-KR" sz="767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A04C49-DCBD-2FBF-934A-E6D2ADCD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개선점 </a:t>
            </a:r>
            <a:r>
              <a:rPr lang="en-US" altLang="ko-KR" sz="1400" dirty="0"/>
              <a:t>(</a:t>
            </a:r>
            <a:r>
              <a:rPr lang="ko-KR" altLang="en-US" sz="1400" dirty="0"/>
              <a:t>장점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앱을 통해 수업 내용을 요약을 함으로서 학생들이 요약본을 읽을 수 있고 그에 따른 문제를 푼 것을 교사가 보면서 학생의 이해도를 판단할 수 있다</a:t>
            </a:r>
            <a:endParaRPr lang="en-US" altLang="ko-KR" sz="534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endParaRPr lang="en-US" altLang="ko-KR" sz="1400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기능 및 기대효과 </a:t>
            </a:r>
            <a:r>
              <a:rPr lang="en-US" altLang="ko-KR" sz="1400" dirty="0"/>
              <a:t>:</a:t>
            </a:r>
            <a:r>
              <a:rPr lang="ko-KR" altLang="en-US" sz="1400" dirty="0"/>
              <a:t> 수업 요약 및 중요개념 복습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ko-KR" altLang="en-US" sz="967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창업 아이템명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/>
              <a:t>이든쌤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485768-0143-4430-8742-4A42A1DE8B43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5C273-CDB3-914B-A6E7-F4BC8DDB736B}"/>
              </a:ext>
            </a:extLst>
          </p:cNvPr>
          <p:cNvSpPr txBox="1"/>
          <p:nvPr/>
        </p:nvSpPr>
        <p:spPr>
          <a:xfrm>
            <a:off x="500908" y="6309320"/>
            <a:ext cx="3845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* </a:t>
            </a:r>
            <a:r>
              <a:rPr lang="ko-KR" altLang="en-US" sz="1400" dirty="0">
                <a:latin typeface="+mn-ea"/>
                <a:ea typeface="+mn-ea"/>
              </a:rPr>
              <a:t>공간이 부족하면 페이지 추가해도 좋습니다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9879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30687</TotalTime>
  <Words>132</Words>
  <Application>Microsoft Macintosh PowerPoint</Application>
  <PresentationFormat>A4 용지(210x297mm)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굴림</vt:lpstr>
      <vt:lpstr>맑은 고딕</vt:lpstr>
      <vt:lpstr>Arial</vt:lpstr>
      <vt:lpstr>Wingdings</vt:lpstr>
      <vt:lpstr>Office 테마</vt:lpstr>
      <vt:lpstr>창업 아이디어</vt:lpstr>
      <vt:lpstr>최종 선정된 창업 아이템 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ETUSER</dc:creator>
  <cp:lastModifiedBy>이한</cp:lastModifiedBy>
  <cp:revision>1177</cp:revision>
  <cp:lastPrinted>2019-09-11T05:10:27Z</cp:lastPrinted>
  <dcterms:created xsi:type="dcterms:W3CDTF">2010-06-11T01:40:26Z</dcterms:created>
  <dcterms:modified xsi:type="dcterms:W3CDTF">2025-09-24T04:44:21Z</dcterms:modified>
</cp:coreProperties>
</file>